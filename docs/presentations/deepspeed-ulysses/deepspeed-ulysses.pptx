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_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_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3_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4_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5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6_4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7_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8_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9_5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0_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1_6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2_6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3_6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4_7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5_7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6_7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7_8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8_8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9_8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20_9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21_9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